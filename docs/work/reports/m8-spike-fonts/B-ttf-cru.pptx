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Liberation Sans" pitchFamily="34" charset="0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0"/>
            <a:ext cx="8636000" cy="1752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99"/>
              </a:lnSpc>
              <a:buNone/>
            </a:pPr>
            <a:r>
              <a:rPr lang="pt-BR" altLang="en-US" sz="60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I l | Q G R a g @ &amp; %</a:t>
            </a:r>
            <a:br/>
            <a:r>
              <a:rPr lang="pt-BR" altLang="en-US" sz="60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 Æ ß</a:t>
            </a:r>
            <a:endParaRPr lang="pt-BR" sz="6000" dirty="0"/>
          </a:p>
        </p:txBody>
      </p:sp>
      <p:sp>
        <p:nvSpPr>
          <p:cNvPr id="3" name="Text 1"/>
          <p:cNvSpPr/>
          <p:nvPr/>
        </p:nvSpPr>
        <p:spPr>
          <a:xfrm>
            <a:off x="254000" y="2667000"/>
            <a:ext cx="8636000" cy="1752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99"/>
              </a:lnSpc>
              <a:buNone/>
            </a:pPr>
            <a:r>
              <a:rPr lang="pt-BR" altLang="en-US" sz="60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I l | Q G R a g @ &amp; %</a:t>
            </a:r>
            <a:br/>
            <a:r>
              <a:rPr lang="pt-BR" altLang="en-US" sz="60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 Æ ß</a:t>
            </a:r>
            <a:endParaRPr lang="pt-BR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2026-10-14T01:15:50Z</dcterms:created>
  <dcterms:modified xsi:type="dcterms:W3CDTF">2026-10-14T01:15:50Z</dcterms:modified>
</cp:coreProperties>
</file>